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0"/>
            <a:ext cx="27432" cy="27432"/>
          </a:xfrm>
          <a:prstGeom prst="rect">
            <a:avLst/>
          </a:prstGeom>
          <a:solidFill>
            <a:srgbClr val="1F2C3B"/>
          </a:solidFill>
          <a:ln/>
        </p:spPr>
      </p:sp>
      <p:sp>
        <p:nvSpPr>
          <p:cNvPr id="3" name="Shape 1"/>
          <p:cNvSpPr/>
          <p:nvPr/>
        </p:nvSpPr>
        <p:spPr>
          <a:xfrm>
            <a:off x="1691640" y="6035040"/>
            <a:ext cx="27432" cy="27432"/>
          </a:xfrm>
          <a:prstGeom prst="rect">
            <a:avLst/>
          </a:prstGeom>
          <a:solidFill>
            <a:srgbClr val="1F2C3B"/>
          </a:solidFill>
          <a:ln/>
        </p:spPr>
      </p:sp>
      <p:sp>
        <p:nvSpPr>
          <p:cNvPr id="4" name="Shape 2"/>
          <p:cNvSpPr/>
          <p:nvPr/>
        </p:nvSpPr>
        <p:spPr>
          <a:xfrm>
            <a:off x="2834640" y="6035040"/>
            <a:ext cx="27432" cy="27432"/>
          </a:xfrm>
          <a:prstGeom prst="rect">
            <a:avLst/>
          </a:prstGeom>
          <a:solidFill>
            <a:srgbClr val="1F2C3B"/>
          </a:solidFill>
          <a:ln/>
        </p:spPr>
      </p:sp>
      <p:sp>
        <p:nvSpPr>
          <p:cNvPr id="5" name="Shape 3"/>
          <p:cNvSpPr/>
          <p:nvPr/>
        </p:nvSpPr>
        <p:spPr>
          <a:xfrm>
            <a:off x="3977640" y="6035040"/>
            <a:ext cx="27432" cy="27432"/>
          </a:xfrm>
          <a:prstGeom prst="rect">
            <a:avLst/>
          </a:prstGeom>
          <a:solidFill>
            <a:srgbClr val="1F2C3B"/>
          </a:solidFill>
          <a:ln/>
        </p:spPr>
      </p:sp>
      <p:sp>
        <p:nvSpPr>
          <p:cNvPr id="6" name="Shape 4"/>
          <p:cNvSpPr/>
          <p:nvPr/>
        </p:nvSpPr>
        <p:spPr>
          <a:xfrm>
            <a:off x="5120640" y="6035040"/>
            <a:ext cx="27432" cy="27432"/>
          </a:xfrm>
          <a:prstGeom prst="rect">
            <a:avLst/>
          </a:prstGeom>
          <a:solidFill>
            <a:srgbClr val="1F2C3B"/>
          </a:solidFill>
          <a:ln/>
        </p:spPr>
      </p:sp>
      <p:sp>
        <p:nvSpPr>
          <p:cNvPr id="7" name="Shape 5"/>
          <p:cNvSpPr/>
          <p:nvPr/>
        </p:nvSpPr>
        <p:spPr>
          <a:xfrm>
            <a:off x="6263640" y="6035040"/>
            <a:ext cx="27432" cy="27432"/>
          </a:xfrm>
          <a:prstGeom prst="rect">
            <a:avLst/>
          </a:prstGeom>
          <a:solidFill>
            <a:srgbClr val="1F2C3B"/>
          </a:solidFill>
          <a:ln/>
        </p:spPr>
      </p:sp>
      <p:sp>
        <p:nvSpPr>
          <p:cNvPr id="8" name="Shape 6"/>
          <p:cNvSpPr/>
          <p:nvPr/>
        </p:nvSpPr>
        <p:spPr>
          <a:xfrm>
            <a:off x="7406640" y="6035040"/>
            <a:ext cx="27432" cy="27432"/>
          </a:xfrm>
          <a:prstGeom prst="rect">
            <a:avLst/>
          </a:prstGeom>
          <a:solidFill>
            <a:srgbClr val="1F2C3B"/>
          </a:solidFill>
          <a:ln/>
        </p:spPr>
      </p:sp>
      <p:sp>
        <p:nvSpPr>
          <p:cNvPr id="9" name="Shape 7"/>
          <p:cNvSpPr/>
          <p:nvPr/>
        </p:nvSpPr>
        <p:spPr>
          <a:xfrm>
            <a:off x="8549640" y="6035040"/>
            <a:ext cx="27432" cy="27432"/>
          </a:xfrm>
          <a:prstGeom prst="rect">
            <a:avLst/>
          </a:prstGeom>
          <a:solidFill>
            <a:srgbClr val="1F2C3B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0" y="6035040"/>
            <a:ext cx="27432" cy="27432"/>
          </a:xfrm>
          <a:prstGeom prst="rect">
            <a:avLst/>
          </a:prstGeom>
          <a:solidFill>
            <a:srgbClr val="1F2C3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35640" y="6035040"/>
            <a:ext cx="27432" cy="27432"/>
          </a:xfrm>
          <a:prstGeom prst="rect">
            <a:avLst/>
          </a:prstGeom>
          <a:solidFill>
            <a:srgbClr val="1F2C3B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1417320"/>
            <a:ext cx="10543032" cy="4160520"/>
          </a:xfrm>
          <a:prstGeom prst="roundRect">
            <a:avLst>
              <a:gd name="adj" fmla="val 1758"/>
            </a:avLst>
          </a:prstGeom>
          <a:solidFill>
            <a:srgbClr val="0E141C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417320"/>
            <a:ext cx="10543032" cy="292608"/>
          </a:xfrm>
          <a:prstGeom prst="roundRect">
            <a:avLst>
              <a:gd name="adj" fmla="val 25000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1508760"/>
            <a:ext cx="118872" cy="118872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1288" y="1508760"/>
            <a:ext cx="118872" cy="118872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6" name="Shape 14"/>
          <p:cNvSpPr/>
          <p:nvPr/>
        </p:nvSpPr>
        <p:spPr>
          <a:xfrm>
            <a:off x="1362456" y="1508760"/>
            <a:ext cx="118872" cy="118872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417320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root@kali: ~/assetvault-workshop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19202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workshop.md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51460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AssetVault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1097280" y="36118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· log it · break it · fix it · prove the fix works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4206240"/>
            <a:ext cx="9966960" cy="0"/>
          </a:xfrm>
          <a:prstGeom prst="line">
            <a:avLst/>
          </a:prstGeom>
          <a:noFill/>
          <a:ln w="12700">
            <a:solidFill>
              <a:srgbClr val="1F2C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389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junior-level walkthrough of a self-built vulnerable service —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against it, and the fix.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892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73352" cy="292608"/>
          </a:xfrm>
          <a:prstGeom prst="roundRect">
            <a:avLst>
              <a:gd name="adj" fmla="val 50000"/>
            </a:avLst>
          </a:prstGeom>
          <a:solidFill>
            <a:srgbClr val="121A2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a small internal file-storage web app called </a:t>
            </a:r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5AF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AssetVault</a:t>
            </a:r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deployed it on its own server VM, and used a separate client and attacker VM to demonstrate a full security lifecycle: build it, log it, break it, fix it, prove the fix works.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398264"/>
            <a:ext cx="109728" cy="109728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43434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745736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46908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third-party app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093208"/>
            <a:ext cx="109728" cy="10972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50383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Code-level understanding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1691640"/>
            <a:ext cx="5166360" cy="2606040"/>
          </a:xfrm>
          <a:prstGeom prst="roundRect">
            <a:avLst>
              <a:gd name="adj" fmla="val 2807"/>
            </a:avLst>
          </a:prstGeom>
          <a:solidFill>
            <a:srgbClr val="0E141C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691640"/>
            <a:ext cx="5166360" cy="292608"/>
          </a:xfrm>
          <a:prstGeom prst="roundRect">
            <a:avLst>
              <a:gd name="adj" fmla="val 25000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1783080"/>
            <a:ext cx="118872" cy="118872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15" name="Shape 13"/>
          <p:cNvSpPr/>
          <p:nvPr/>
        </p:nvSpPr>
        <p:spPr>
          <a:xfrm>
            <a:off x="6784848" y="1783080"/>
            <a:ext cx="118872" cy="118872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6" name="Shape 14"/>
          <p:cNvSpPr/>
          <p:nvPr/>
        </p:nvSpPr>
        <p:spPr>
          <a:xfrm>
            <a:off x="6986016" y="1783080"/>
            <a:ext cx="118872" cy="118872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69164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assetvault/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0840" y="2148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-la assetvault/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24963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server.py   client/   README.md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28437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file server.py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31912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server.py: Python script, custom-built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3538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-r "known_cve" 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3886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 matches — nothing inherited)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577840"/>
            <a:ext cx="10607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TALKING POINT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vulnerability, log line, and patch is something I understand at the code level — not something I'm pattern-matching against a known CVE.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ASSETVAULT // BUILD → BREAK → FIX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21A24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3200400"/>
          </a:xfrm>
          <a:prstGeom prst="roundRect">
            <a:avLst>
              <a:gd name="adj" fmla="val 2857"/>
            </a:avLst>
          </a:prstGeom>
          <a:ln w="19050">
            <a:solidFill>
              <a:srgbClr val="4FC3F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77240" y="1508760"/>
            <a:ext cx="3977640" cy="256032"/>
          </a:xfrm>
          <a:prstGeom prst="rect">
            <a:avLst/>
          </a:prstGeom>
          <a:solidFill>
            <a:srgbClr val="0B0F1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996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ISOLATED NETWORK — NO INTERNET / HOST ACCESS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28116" y="228600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21A24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716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FF14"/>
          </a:solidFill>
          <a:ln/>
        </p:spPr>
      </p:sp>
      <p:sp>
        <p:nvSpPr>
          <p:cNvPr id="10" name="Text 8"/>
          <p:cNvSpPr/>
          <p:nvPr/>
        </p:nvSpPr>
        <p:spPr>
          <a:xfrm>
            <a:off x="1751076" y="2487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51076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10.0.1.11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56716" y="3246120"/>
            <a:ext cx="2651760" cy="0"/>
          </a:xfrm>
          <a:prstGeom prst="line">
            <a:avLst/>
          </a:prstGeom>
          <a:noFill/>
          <a:ln w="12700">
            <a:solidFill>
              <a:srgbClr val="1F2C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6716" y="336499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AssetVault as a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low-privilege user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39996" y="228600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21A24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68596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362956" y="2487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62956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10.0.1.12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68596" y="3246120"/>
            <a:ext cx="2651760" cy="0"/>
          </a:xfrm>
          <a:prstGeom prst="line">
            <a:avLst/>
          </a:prstGeom>
          <a:noFill/>
          <a:ln w="12700">
            <a:solidFill>
              <a:srgbClr val="1F2C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8596" y="336499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user,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only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1876" y="228600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121A24"/>
          </a:solidFill>
          <a:ln w="19050">
            <a:solidFill>
              <a:srgbClr val="FF4D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80476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8974836" y="2487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74836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10.0.1.20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80476" y="3246120"/>
            <a:ext cx="2651760" cy="0"/>
          </a:xfrm>
          <a:prstGeom prst="line">
            <a:avLst/>
          </a:prstGeom>
          <a:noFill/>
          <a:ln w="12700">
            <a:solidFill>
              <a:srgbClr val="1F2C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0476" y="336499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machine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37076" y="3337560"/>
            <a:ext cx="502920" cy="0"/>
          </a:xfrm>
          <a:prstGeom prst="line">
            <a:avLst/>
          </a:prstGeom>
          <a:noFill/>
          <a:ln w="19050">
            <a:solidFill>
              <a:srgbClr val="1F2C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48956" y="3337560"/>
            <a:ext cx="502920" cy="0"/>
          </a:xfrm>
          <a:prstGeom prst="line">
            <a:avLst/>
          </a:prstGeom>
          <a:noFill/>
          <a:ln w="19050">
            <a:solidFill>
              <a:srgbClr val="1F2C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074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24.04 · 3 VMs · isolated network · no internet or host access during the attack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577840"/>
            <a:ext cx="10607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TALKING POINT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matters here — this is a network segment that genuinely cannot reach anything outside itself, so nothing done during the attack phase can leak anywhere or affect real systems.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ASSETVAULT // BUILD → BREAK → FIX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121A2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AssetVault does (legit use)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0E141C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486400" cy="365760"/>
          </a:xfrm>
          <a:prstGeom prst="roundRect">
            <a:avLst>
              <a:gd name="adj" fmla="val 20000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56232"/>
            <a:ext cx="118872" cy="118872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856232"/>
            <a:ext cx="118872" cy="118872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856232"/>
            <a:ext cx="118872" cy="118872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1810512"/>
            <a:ext cx="4343400" cy="237744"/>
          </a:xfrm>
          <a:prstGeom prst="roundRect">
            <a:avLst>
              <a:gd name="adj" fmla="val 50000"/>
            </a:avLst>
          </a:prstGeom>
          <a:solidFill>
            <a:srgbClr val="0B0F14"/>
          </a:solidFill>
          <a:ln w="9525">
            <a:solidFill>
              <a:srgbClr val="1F2C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18105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assetvault.local/vault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file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2651760"/>
            <a:ext cx="4754880" cy="548640"/>
          </a:xfrm>
          <a:prstGeom prst="roundRect">
            <a:avLst>
              <a:gd name="adj" fmla="val 10000"/>
            </a:avLst>
          </a:prstGeom>
          <a:ln w="12700">
            <a:solidFill>
              <a:srgbClr val="8B94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14400" y="2651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file here — report.txt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42900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39FF1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069080"/>
            <a:ext cx="4754880" cy="0"/>
          </a:xfrm>
          <a:prstGeom prst="line">
            <a:avLst/>
          </a:prstGeom>
          <a:noFill/>
          <a:ln w="12700">
            <a:solidFill>
              <a:srgbClr val="1F2C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87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4498848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0B0F1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4988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F7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Quarterly report contents rendered as text…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simple feature set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00800" y="22860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1A2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2677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anything — no file-type gate on upload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29077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1A2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28895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anything — preview attempts to render on click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3529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1A2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35112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surface area by design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41513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21A2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41330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reason precisely about where the vulnerability lives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577840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577840"/>
            <a:ext cx="10607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TALKING POINT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simple feature set — upload anything, open anything — because a small surface area makes it much easier to reason precisely about where the vulnerability lives.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ASSETVAULT // BUILD → BREAK → FIX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121A24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ROOT CAUSE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vulnerability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bugs, chained together.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121A24"/>
          </a:solidFill>
          <a:ln w="19050">
            <a:solidFill>
              <a:srgbClr val="FF4D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24028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E141C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40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CWE-434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upload → code execution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“open” feature decided how to handle a file based on its extension — .py files got executed, not previewed.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0E141C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3891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ext == '.py': exec(file)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96596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121A24"/>
          </a:solidFill>
          <a:ln w="19050">
            <a:solidFill>
              <a:srgbClr val="FF4D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2402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0E141C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240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MISCONFIGURATION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743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misconfiguration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3832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account could run python3 as root with no password and no restriction.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438912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0E141C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43891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svc_vault ALL=(root) NOPASSWD: python3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440680"/>
            <a:ext cx="10607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TALKING POINT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bug alone is exotic — both are extremely common real-world misconfigurations. The goal wasn't an obscure exploit, but demonstrating the most common ways real systems actually get compromised.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ASSETVAULT // BUILD → BREAK → FIX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121A24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EXPLOIT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attack, live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30452" y="2167128"/>
            <a:ext cx="402336" cy="402336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7" name="Text 5"/>
          <p:cNvSpPr/>
          <p:nvPr/>
        </p:nvSpPr>
        <p:spPr>
          <a:xfrm>
            <a:off x="1330452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67919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shell.py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317296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reverse-shell script — accepted, no validation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2926080"/>
            <a:ext cx="315468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30068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167128"/>
            <a:ext cx="402336" cy="402336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39796" y="267919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“Open”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39796" y="317296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executes 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96028" y="2926080"/>
            <a:ext cx="315468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11496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3308" y="2167128"/>
            <a:ext cx="402336" cy="402336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19" name="Text 17"/>
          <p:cNvSpPr/>
          <p:nvPr/>
        </p:nvSpPr>
        <p:spPr>
          <a:xfrm>
            <a:off x="5893308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21224" y="267919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shell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21224" y="317296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netcat listener — logged in as svc_vault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77456" y="2926080"/>
            <a:ext cx="315468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92924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74736" y="2167128"/>
            <a:ext cx="402336" cy="402336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25" name="Text 23"/>
          <p:cNvSpPr/>
          <p:nvPr/>
        </p:nvSpPr>
        <p:spPr>
          <a:xfrm>
            <a:off x="8174736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02652" y="267919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-l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02652" y="317296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 the unrestricted rule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358884" y="2926080"/>
            <a:ext cx="315468" cy="0"/>
          </a:xfrm>
          <a:prstGeom prst="line">
            <a:avLst/>
          </a:prstGeom>
          <a:noFill/>
          <a:ln w="19050">
            <a:solidFill>
              <a:srgbClr val="39FF1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74352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21A24"/>
          </a:solidFill>
          <a:ln w="19050">
            <a:solidFill>
              <a:srgbClr val="FF4D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56164" y="2167128"/>
            <a:ext cx="402336" cy="402336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31" name="Text 29"/>
          <p:cNvSpPr/>
          <p:nvPr/>
        </p:nvSpPr>
        <p:spPr>
          <a:xfrm>
            <a:off x="10456164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84080" y="2679192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python3 → root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84080" y="3172968"/>
            <a:ext cx="1746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os.system("/bin/bash")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251960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251960"/>
            <a:ext cx="10607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TALKING POINT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here is a normal-looking action from a normal-looking feature — that's what makes this bug class dangerous; nothing looks obviously malicious until you inspect the actual payload.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0E141C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nc -lvnp 4444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listening on [any] 4444 ...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to [10.0.1.11] from svc_vault — shell established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ASSETVAULT // BUILD → BREAK → FIX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121A24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DETECTION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logs show (and don't)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0E141C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LOG (Flask) — assetvault.log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F7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/upload shell.py 200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F7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/open?f=shell.py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[worker timeout after 30s]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(silence) 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2446020"/>
            <a:ext cx="320040" cy="640080"/>
          </a:xfrm>
          <a:prstGeom prst="roundRect">
            <a:avLst>
              <a:gd name="adj" fmla="val 17143"/>
            </a:avLst>
          </a:prstGeom>
          <a:solidFill>
            <a:srgbClr val="FF4D4D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24460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42432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BLIND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46520" y="1783080"/>
            <a:ext cx="5193792" cy="1965960"/>
          </a:xfrm>
          <a:prstGeom prst="roundRect">
            <a:avLst>
              <a:gd name="adj" fmla="val 3721"/>
            </a:avLst>
          </a:prstGeom>
          <a:solidFill>
            <a:srgbClr val="0E141C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965960"/>
            <a:ext cx="464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LOG (auditd) — independent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237744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F7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ausearch -k python_exec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269748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F7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type=EXECVE argc=3 python3 -c ...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301752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F7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ausearch -k bash_spawn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333756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F7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uid=svc_vault -&gt; euid=root (bash)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log captures the entry point perfectly — but has zero visibility into what happens inside the shell that spawns afterward.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754880"/>
            <a:ext cx="10607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TALKING POINT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different process entirely, outside Flask's control — which is why auditd runs independently at the OS level. One log source is never enough to reconstruct a full incident.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ASSETVAULT // BUILD → BREAK → FIX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121A2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REMEDIATION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patches for two independent bugs.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121A24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40280"/>
            <a:ext cx="365760" cy="365760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240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· REMOVE EXECUTION PATH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/open route never touches subprocess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only read bytes and preview them as text, regardless of extension — stronger than an extension blocklist, which is always incomplete.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43484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0E141C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4348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F7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preview_as_text(bytes)  # no exec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121A24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240280"/>
            <a:ext cx="365760" cy="365760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2240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· REMOVE SUDOERS RULE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27432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misconfiguration removed entirely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32918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privilege-escalation path, fixed on its own merits — defense in depth, not just closing the one door that got used.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0" y="4434840"/>
            <a:ext cx="4709160" cy="548640"/>
          </a:xfrm>
          <a:prstGeom prst="roundRect">
            <a:avLst>
              <a:gd name="adj" fmla="val 10000"/>
            </a:avLst>
          </a:prstGeom>
          <a:solidFill>
            <a:srgbClr val="0E141C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44348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F7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svc_vault ALL=(root) NOPASSWD: python3  [deleted]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ASSETVAULT // BUILD → BREAK → FIX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121A2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482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141C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95681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path closed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30428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identical attack: upload succeeds (still unrestricted, by design), but “Open” now returns a text preview instead of a shell — no connection on the listener.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2826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141C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19125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closed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17320" y="353872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-l as svc_vault now returns “not allowed to run sudo” — checked independently of the upload fix.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5171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141C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42569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 functionality intact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477316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uploads/opens for real files behave exactly as before.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91672" cy="896112"/>
          </a:xfrm>
          <a:prstGeom prst="roundRect">
            <a:avLst>
              <a:gd name="adj" fmla="val 7143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23560"/>
            <a:ext cx="10607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TALKING POINT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proof points, not one — proving the exploited path is closed, and proving the underlying misconfiguration is gone regardless of how someone might reach that account in the future.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ASSETVAULT // BUILD → BREAK → FIX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121A24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LESSONS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take away from this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21A24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03120"/>
            <a:ext cx="109728" cy="109728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0195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storage from execution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3317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run what you store” is a stronger guarantee than any extension filter.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21A24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520440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31927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needs multiple independent layers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749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App-level and OS-level logs answer genuinely different questions.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21A24"/>
          </a:solidFill>
          <a:ln w="19050">
            <a:solidFill>
              <a:srgbClr val="FFC8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937760"/>
            <a:ext cx="109728" cy="10972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73659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exploited bug ≠ securing the system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51663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issues found along the way (the sudoers rule) deserve their own fix — not a shrug because “the attack doesn't work anymore anyway.”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ASSETVAULT // BUILD → BREAK → FIX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121A24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DISCUSSION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Q&amp;A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93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not just block .py/.sh uploads?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blocklists are always incomplete — double extensions, null bytes, renamed files, or a future feature reading a different extension type would reopen the hole. Removing execution capability entirely is a stronger, simpler guarantee.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6557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fix the sudo issue if the exploit path is already closed?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867912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sudo rule is exploitable by any means of reaching that account, not just this one bug — patching only the door that was used leaves the house otherwise unlocked.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855464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001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build your own vulnerable app instead of using a known CVE?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404104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understanding and control of every line of code and every log entry — I can explain precisely why each bug exists and why each fix works, rather than inheriting undocumented behavior from someone else's codebase.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ASSETVAULT // BUILD → BREAK → FIX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1920240"/>
            <a:ext cx="7799832" cy="3108960"/>
          </a:xfrm>
          <a:prstGeom prst="roundRect">
            <a:avLst>
              <a:gd name="adj" fmla="val 2353"/>
            </a:avLst>
          </a:prstGeom>
          <a:solidFill>
            <a:srgbClr val="0E141C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0" y="1920240"/>
            <a:ext cx="7799832" cy="292608"/>
          </a:xfrm>
          <a:prstGeom prst="roundRect">
            <a:avLst>
              <a:gd name="adj" fmla="val 25000"/>
            </a:avLst>
          </a:prstGeom>
          <a:solidFill>
            <a:srgbClr val="121A24"/>
          </a:solidFill>
          <a:ln w="12700">
            <a:solidFill>
              <a:srgbClr val="1F2C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1720" y="2011680"/>
            <a:ext cx="118872" cy="118872"/>
          </a:xfrm>
          <a:prstGeom prst="ellipse">
            <a:avLst/>
          </a:prstGeom>
          <a:solidFill>
            <a:srgbClr val="FF4D4D"/>
          </a:solidFill>
          <a:ln/>
        </p:spPr>
      </p:sp>
      <p:sp>
        <p:nvSpPr>
          <p:cNvPr id="5" name="Shape 3"/>
          <p:cNvSpPr/>
          <p:nvPr/>
        </p:nvSpPr>
        <p:spPr>
          <a:xfrm>
            <a:off x="2532888" y="2011680"/>
            <a:ext cx="118872" cy="118872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2734056" y="2011680"/>
            <a:ext cx="118872" cy="118872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920240"/>
            <a:ext cx="7616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root@kali: ~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24231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"end of demo"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14600" y="28803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514600" y="36118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14600" y="4160520"/>
            <a:ext cx="7223760" cy="0"/>
          </a:xfrm>
          <a:prstGeom prst="line">
            <a:avLst/>
          </a:prstGeom>
          <a:noFill/>
          <a:ln w="12700">
            <a:solidFill>
              <a:srgbClr val="1F2C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43434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→ Log → Break → Fix → Prove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2026-08-04T18:29:18Z</dcterms:created>
  <dcterms:modified xsi:type="dcterms:W3CDTF">2026-08-04T18:29:18Z</dcterms:modified>
</cp:coreProperties>
</file>